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0" r:id="rId6"/>
    <p:sldId id="268" r:id="rId7"/>
    <p:sldId id="269" r:id="rId8"/>
    <p:sldId id="270" r:id="rId9"/>
    <p:sldId id="262" r:id="rId10"/>
    <p:sldId id="264" r:id="rId11"/>
    <p:sldId id="263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5451C-1D2E-4AF6-8D38-94700584597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19871-283F-4D12-BA08-35C87098B9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364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19871-283F-4D12-BA08-35C87098B99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07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291C-951B-D3E8-6BA9-FE9A58F67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6FAD5-E26F-E3F0-062C-39F50F741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2BE26-F287-50B6-3E28-6987681DE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8496-9EB6-4A94-8D43-D4A00A8FC5B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610-4874-F149-221E-A79C11DFA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AD52-20E2-410E-CB38-BF8AA3A0E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0210-8B61-4978-8A4E-4D8A2BDF9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38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18EE-A114-4018-629E-B0E8E5DBF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2645D-30DE-5081-B9C6-516A29373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51F93-96DF-63EA-C8C2-FF2DD4073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8496-9EB6-4A94-8D43-D4A00A8FC5B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9BB66-F07E-0B88-95AF-2F10ADD61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F55FB-ADDD-0C48-5D30-4D1276AE9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0210-8B61-4978-8A4E-4D8A2BDF9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593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31736-BA92-6ED0-665B-5A07F107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D9758-ACAF-9056-DAC5-F5EBBBE35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B13E0-665C-4EC8-303C-7256996F1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8496-9EB6-4A94-8D43-D4A00A8FC5B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C833A-D6AE-B22D-0160-ABAB6C627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7D5FF-EE84-B897-1DB9-FAB8BE197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0210-8B61-4978-8A4E-4D8A2BDF9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714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86222-3773-0C3D-7CD8-5FA80007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41436-573B-104B-EF51-A84317697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5AE14-2D4A-CF39-DEAA-5B88FF109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A0598-F6B4-85E7-38F7-743DAA540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8496-9EB6-4A94-8D43-D4A00A8FC5B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30982-5598-9D2D-39B3-584480EB8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7E2BA-67CD-68DB-3362-92C1F6EC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0210-8B61-4978-8A4E-4D8A2BDF9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78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8D3D-986A-E0A6-BCAC-1368B0BE7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8B4A6-1281-D04D-63C3-FBBB83574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82F48-72D8-8155-A2E7-200212A3A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0FD028-A66E-0D0A-5886-4593B2EEA3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505EF2-901D-1EB9-BC7E-D0D26BBD7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3D71F-3976-E8A0-171F-C0A8324F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8496-9EB6-4A94-8D43-D4A00A8FC5B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A5987A-99F6-F776-CA65-B20FAC376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136AB2-D46E-9D7C-3528-3FCD2D97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0210-8B61-4978-8A4E-4D8A2BDF9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68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251F-8468-B4D5-13A9-CF3E63F9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9C05D4-1A33-A3DB-8803-2B55E88F2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8496-9EB6-4A94-8D43-D4A00A8FC5B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74F6D-5E0C-106E-6C00-B626A6B55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0E07B-5677-F40C-866A-E5D3AD1A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0210-8B61-4978-8A4E-4D8A2BDF9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8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34929F-AE6C-4CE1-B363-509F7CD5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8496-9EB6-4A94-8D43-D4A00A8FC5B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9F816-CDE9-8FA8-CD21-3B2DBADA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0B0F3-2F84-23AA-7096-9893BB7F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0210-8B61-4978-8A4E-4D8A2BDF9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66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A0B8-1CA3-FE48-CA58-076289A9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3006D-55AE-8933-CFEE-0C1611C0C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281DD-1AE4-0090-FD89-ACA2A5CC4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0D7D4-DB98-E83F-AC1E-AE559E0E4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8496-9EB6-4A94-8D43-D4A00A8FC5B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5EEA1-ADAE-AEBD-9024-18620EBA1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BAD37-78CA-AADA-7701-6CF8397D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0210-8B61-4978-8A4E-4D8A2BDF9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311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147C9-C1A8-8F73-B02F-E57813AF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A8F4E8-C145-1EBF-3060-2591C827D1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3A8D8-A4A7-B89C-B9B2-AC6079851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BB24E-C233-8DD0-EE41-9F536165E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8496-9EB6-4A94-8D43-D4A00A8FC5B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E308B-EB0E-27B7-B712-34D2EFCC6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0D05B-FFA2-6AED-62C0-C6B3F3F8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0210-8B61-4978-8A4E-4D8A2BDF9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30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EB275-4ACC-0FBB-566B-E284A4C4E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C0AC3-54B0-F7B8-8F9D-25372CD29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C7CD3-3F8C-BC9F-87AA-BBE4AB1A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8496-9EB6-4A94-8D43-D4A00A8FC5B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2111E-A7D3-90B2-9B4B-DBBCC0903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6D2E3-A27B-6DF4-88C6-01911223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0210-8B61-4978-8A4E-4D8A2BDF9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08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70AD7-AF9A-6761-654B-AD160EC02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D7D0B-24C5-AF54-5F33-C8828A047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2BECD-8363-E406-126D-A49999E0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A8496-9EB6-4A94-8D43-D4A00A8FC5B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2AFD1-D7A3-F2E1-F41D-9356CCD7E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863E-3A52-D09D-7470-83DA3A94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0210-8B61-4978-8A4E-4D8A2BDF9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00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4BE68A-3208-E7B2-EAEA-D5EA142AA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B80F5-63DC-D867-2FC0-EA9290F5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39660-DA1F-AF38-3825-B08939474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A8496-9EB6-4A94-8D43-D4A00A8FC5B4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0F655-5845-0E16-A84B-E41B96D07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8069E-FB87-487F-6A68-C6F3935B8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40210-8B61-4978-8A4E-4D8A2BDF94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12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03A8-1AC2-D283-91D9-C7E46128B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9513" y="1289101"/>
            <a:ext cx="8416178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PERCEPTAI: A SMART AI SYSTEM THAT SEES, READS, AND SPEAKS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654F1-CC81-F585-F8F5-1024E81EC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0336" y="4375099"/>
            <a:ext cx="4375355" cy="1655762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72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just">
              <a:lnSpc>
                <a:spcPct val="150000"/>
              </a:lnSpc>
            </a:pPr>
            <a:r>
              <a:rPr lang="en-US" sz="72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23RH1A6609   Allada Sahitya</a:t>
            </a:r>
          </a:p>
          <a:p>
            <a:pPr algn="just">
              <a:lnSpc>
                <a:spcPct val="150000"/>
              </a:lnSpc>
            </a:pPr>
            <a:r>
              <a:rPr lang="en-US" sz="72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23RH1A6649   Brunda </a:t>
            </a:r>
            <a:r>
              <a:rPr lang="en-US" sz="72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Siddenki</a:t>
            </a:r>
            <a:endParaRPr lang="en-US" sz="7200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72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23RH1A6665   Ch Shaline Siri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53DE1-1D48-BE0F-4C8C-1CCA5C282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73" y="784199"/>
            <a:ext cx="3206029" cy="2214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7C54BF-D5CA-C031-2DD7-39670A1F16E7}"/>
              </a:ext>
            </a:extLst>
          </p:cNvPr>
          <p:cNvSpPr txBox="1"/>
          <p:nvPr/>
        </p:nvSpPr>
        <p:spPr>
          <a:xfrm>
            <a:off x="924230" y="5202980"/>
            <a:ext cx="3008671" cy="878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Guidance of: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Ch.Sandeep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0350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7344-E8E8-0B14-03DF-601C9633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58" y="39417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AF910B-E384-4E3F-3E60-9DEBFC5CC6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058" y="1457708"/>
            <a:ext cx="10773697" cy="442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rapid advancements in AI and computer vision, intelligent systems can now interpret visual data similarly to humans. However, most vision systems focus only on object detection and ignore real-world assistive needs such as: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printed text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currency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human emotions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without physical interaction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PERCEPTAI bridges this gap by integrating multiple AI perception modules into a single real-time system that actively sees, reads, understands, and speaks, making it suitable for assistive and smart-environment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13026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DDE54-BD38-EED8-9F11-746C5EEAB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291" y="6587612"/>
            <a:ext cx="10515600" cy="69956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br>
              <a:rPr lang="en-US" sz="2000" dirty="0"/>
            </a:br>
            <a:b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5128C-95CF-CDF7-C042-1A8F26636120}"/>
              </a:ext>
            </a:extLst>
          </p:cNvPr>
          <p:cNvSpPr txBox="1"/>
          <p:nvPr/>
        </p:nvSpPr>
        <p:spPr>
          <a:xfrm>
            <a:off x="845574" y="578530"/>
            <a:ext cx="11041626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EXISTING SYSTEM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48FAE-90D1-3B41-2475-F68F5A3EFDCE}"/>
              </a:ext>
            </a:extLst>
          </p:cNvPr>
          <p:cNvSpPr txBox="1"/>
          <p:nvPr/>
        </p:nvSpPr>
        <p:spPr>
          <a:xfrm>
            <a:off x="930277" y="1595786"/>
            <a:ext cx="9851923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 algn="just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Uses YOLOv5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for object detection.</a:t>
            </a:r>
          </a:p>
          <a:p>
            <a:pPr marL="228600" lvl="0" indent="-228600" algn="just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general objects from camera input.</a:t>
            </a:r>
          </a:p>
          <a:p>
            <a:pPr marL="228600" lvl="0" indent="-228600" algn="just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visual output.</a:t>
            </a:r>
          </a:p>
          <a:p>
            <a:pPr marL="228600" lvl="0" indent="-228600" algn="just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only in normal lighting conditions.</a:t>
            </a:r>
          </a:p>
          <a:p>
            <a:pPr marL="228600" lvl="0" indent="-228600" algn="just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include advanced assistive features.</a:t>
            </a:r>
          </a:p>
        </p:txBody>
      </p:sp>
    </p:spTree>
    <p:extLst>
      <p:ext uri="{BB962C8B-B14F-4D97-AF65-F5344CB8AC3E}">
        <p14:creationId xmlns:p14="http://schemas.microsoft.com/office/powerpoint/2010/main" val="3304467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97CD-D633-83F8-7F70-14A5BBD4F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44378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EXISTING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133272-BD35-BA98-1F6B-FFB9529D91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7026" y="1503875"/>
            <a:ext cx="9220200" cy="333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commercial assistive devices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functionality systems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currency detection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emotion recognition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voice command control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performance in real-time environments</a:t>
            </a:r>
          </a:p>
        </p:txBody>
      </p:sp>
    </p:spTree>
    <p:extLst>
      <p:ext uri="{BB962C8B-B14F-4D97-AF65-F5344CB8AC3E}">
        <p14:creationId xmlns:p14="http://schemas.microsoft.com/office/powerpoint/2010/main" val="903934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67B4-99E8-6A90-11EF-01730C8D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703" y="363794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5C0B0-900B-CC32-B563-83DA12BBF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703" y="1502305"/>
            <a:ext cx="4728928" cy="3388059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Speakers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CPU (GPU optional)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9428F-26B0-58D7-B0D1-72402ECCCE2F}"/>
              </a:ext>
            </a:extLst>
          </p:cNvPr>
          <p:cNvSpPr txBox="1"/>
          <p:nvPr/>
        </p:nvSpPr>
        <p:spPr>
          <a:xfrm>
            <a:off x="5946448" y="1295827"/>
            <a:ext cx="487226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3.8+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PyQt5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SpeechRecognition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pyttsx3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834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5CC0-FEF2-C970-CD49-2CD91DE25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512608"/>
            <a:ext cx="10515600" cy="1325563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br>
              <a:rPr lang="en-US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47729-6AEE-0725-0A47-4244CA868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Input Layer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 captures real-time video.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 captures voice commands.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Processing Layer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using YOLOv8.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detection using custom trained YOLO model.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using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detection using 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DeepFace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using OpenCV.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295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3E235-E04D-80DC-F62A-6CA685EF3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5419"/>
            <a:ext cx="10515600" cy="5302762"/>
          </a:xfrm>
        </p:spPr>
        <p:txBody>
          <a:bodyPr>
            <a:normAutofit fontScale="25000" lnSpcReduction="20000"/>
          </a:bodyPr>
          <a:lstStyle/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Decision Layer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repeated speech.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persistence for currency detection.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object distance.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emotion-based response.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Output Layer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feedback through text-to-speech.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display with bounding boxes.</a:t>
            </a:r>
          </a:p>
          <a:p>
            <a:pPr marL="0" indent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mode indicator.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0440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7AF3-6C03-1D27-4D58-64FC0366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67"/>
            <a:ext cx="10515600" cy="1325563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EB3077-9106-A1D0-E975-C25343B314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29" b="7376"/>
          <a:stretch>
            <a:fillRect/>
          </a:stretch>
        </p:blipFill>
        <p:spPr>
          <a:xfrm>
            <a:off x="934065" y="1211826"/>
            <a:ext cx="10068231" cy="443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201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02D5-613B-FA21-9BB2-7E6353BE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957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24DCB86-D0BA-7DD2-A986-C7AB840B59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56392"/>
            <a:ext cx="10065774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currency identification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detection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reading mode (avoids repetition)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Emotion-aware system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Voice-controlled operation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estimation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Multi-threaded smooth performance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solution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GUI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23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0527D-DA45-3B0B-BC8D-2BD0309C6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6" y="29733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SDG’s MAPPING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C2BFA2-94FE-1C26-954A-BE2F84F4DB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0046" y="1208949"/>
            <a:ext cx="10515600" cy="5351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3 – Good Health and Well-Being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independence and mental well-being of visually impaired users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access to printed educational material through OCR reading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Innovation, and Infrastructure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innovative AI integration for assistive infrastructure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10 – Reduced Inequalities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accessibility gaps for people with visual disabilities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 – Sustainable Cities and Communities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inclusive smart systems for urban environments</a:t>
            </a:r>
          </a:p>
        </p:txBody>
      </p:sp>
    </p:spTree>
    <p:extLst>
      <p:ext uri="{BB962C8B-B14F-4D97-AF65-F5344CB8AC3E}">
        <p14:creationId xmlns:p14="http://schemas.microsoft.com/office/powerpoint/2010/main" val="2082339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1E85E-6218-6E1B-3093-2FB8DDF96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35628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FEASIBILITY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EF8E5-E08E-46B3-845A-3E97C8232096}"/>
              </a:ext>
            </a:extLst>
          </p:cNvPr>
          <p:cNvSpPr txBox="1"/>
          <p:nvPr/>
        </p:nvSpPr>
        <p:spPr>
          <a:xfrm>
            <a:off x="838199" y="1425218"/>
            <a:ext cx="10515599" cy="3176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World Health Organization, over 2.2 billion people globally have vision impairment.</a:t>
            </a: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demand for affordable assistive technology.</a:t>
            </a: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like OrCam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MyEye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expensive.</a:t>
            </a: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available apps provide only limited features.</a:t>
            </a: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open-source tools, reducing overall cost.</a:t>
            </a: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deployed as desktop or mobile application.</a:t>
            </a:r>
          </a:p>
        </p:txBody>
      </p:sp>
    </p:spTree>
    <p:extLst>
      <p:ext uri="{BB962C8B-B14F-4D97-AF65-F5344CB8AC3E}">
        <p14:creationId xmlns:p14="http://schemas.microsoft.com/office/powerpoint/2010/main" val="75687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32B1-BFE3-9484-C8C6-0B643B7A4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EEEA6-3CBD-DE69-690F-5E02776C6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446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PERCEPTAI successfully integrates object detection, emotion recognition, OCR, currency identification, voice interaction, night vision, and time awareness into a unified intelligent system. It moves beyond traditional vision assistants by: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context-aware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hands-free operation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Offering real-world usability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AI can actively assist human perception, not just observe.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7349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EEFE7-CC80-4D22-81B3-74E48D90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4404"/>
            <a:ext cx="10515600" cy="524652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A99B97C-A15F-712D-2471-372E15537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167075"/>
            <a:ext cx="9937955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OCR and speech support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Navigation and obstacle avoidance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Face recognition for known individuals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Mobile and wearable device deployment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Cloud-based analytics and learning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Gesture recognition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with smart glasses or AR devices</a:t>
            </a:r>
          </a:p>
        </p:txBody>
      </p:sp>
    </p:spTree>
    <p:extLst>
      <p:ext uri="{BB962C8B-B14F-4D97-AF65-F5344CB8AC3E}">
        <p14:creationId xmlns:p14="http://schemas.microsoft.com/office/powerpoint/2010/main" val="3917330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592</Words>
  <Application>Microsoft Office PowerPoint</Application>
  <PresentationFormat>Widescreen</PresentationFormat>
  <Paragraphs>110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PERCEPTAI: A SMART AI SYSTEM THAT SEES, READS, AND SPEAKS </vt:lpstr>
      <vt:lpstr>INTRODUCTION</vt:lpstr>
      <vt:lpstr>  </vt:lpstr>
      <vt:lpstr>DISADVANTAGES OF EXISTING SYSTEM</vt:lpstr>
      <vt:lpstr>SYSTEM REQUIREMENTS</vt:lpstr>
      <vt:lpstr>PROPOSED SYSTEM </vt:lpstr>
      <vt:lpstr>PowerPoint Presentation</vt:lpstr>
      <vt:lpstr>BLOCK DIAGRAM</vt:lpstr>
      <vt:lpstr>ADVANTAGES OF PROPOSED SYSTEM</vt:lpstr>
      <vt:lpstr>SDG’s MAPPING</vt:lpstr>
      <vt:lpstr>MARKET FEASIBILITY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SIGHTAI: A VOICE-ENABLED OBJECT DETECTION ASSISTANT</dc:title>
  <dc:creator>Allada Sahitya</dc:creator>
  <cp:lastModifiedBy>Brunda Siddenki</cp:lastModifiedBy>
  <cp:revision>12</cp:revision>
  <dcterms:created xsi:type="dcterms:W3CDTF">2025-09-13T15:10:38Z</dcterms:created>
  <dcterms:modified xsi:type="dcterms:W3CDTF">2026-03-23T16:49:08Z</dcterms:modified>
</cp:coreProperties>
</file>